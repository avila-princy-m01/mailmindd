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09728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🧠  MailMind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AI-Powered Smart Email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Problem Statement #1 — Smart Email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Team Cipher  |  AlgoQuest 2025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434840"/>
            <a:ext cx="57607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Calibri"/>
              </a:defRPr>
            </a:pPr>
            <a:r>
              <a:t>Next.js 16  •  React 19  •  TypeScript 5  •  Groq Llama 3.3  •  Vitest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Problem: Email Overload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Professionals are drowning — and current tools aren't helping.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  <a:latin typeface="Calibri"/>
              </a:defRPr>
            </a:pPr>
            <a:r>
              <a:t>120+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emails /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46120"/>
            <a:ext cx="14630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Professionals are drowning in their inbox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of work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246120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4747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Spent just managing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deadlines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3246120"/>
            <a:ext cx="14630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Critical dates buried in email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4592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9202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context awareness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246120"/>
            <a:ext cx="14630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4747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Existing tools just match keywords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Our Solution: MailMind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An AI-native email assistant powered by Groq's Llama 3.3 70B</a:t>
            </a:r>
            <a:br/>
            <a:r>
              <a:t>that understands your emails contextually — not just keyword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🧠  Contextual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01752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Understands nuance, intent, and urgency — not just keywords. Powered by Groq Llama 3.3 70B Versatile.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286000"/>
            <a:ext cx="3474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2286000"/>
            <a:ext cx="34747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5603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🤖  Agentic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200400"/>
            <a:ext cx="301752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One-click "Handle For Me" — the AI reads, categorises, drafts a reply, extracts events, and creates tasks autonomously.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286000"/>
            <a:ext cx="347472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228600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5603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🧪  LLM-Validated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200400"/>
            <a:ext cx="301752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AI tests AI: an independent LLM oracle validates every AI output for correctness, quality, and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Problem Statement → Our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Every requirement mapped to a concrete feature.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4937760" cy="5669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554480"/>
            <a:ext cx="6035040" cy="5669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MailMind Implementation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21408"/>
            <a:ext cx="49377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21408"/>
            <a:ext cx="73152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Auto-prioritize mails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121408"/>
            <a:ext cx="603504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21284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AI Priority Scoring (1-100)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88336"/>
            <a:ext cx="493776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88336"/>
            <a:ext cx="73152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7977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Extract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688336"/>
            <a:ext cx="603504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779776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AI To-Do Extraction + Agentic Handle For 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55263"/>
            <a:ext cx="49377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55263"/>
            <a:ext cx="73152" cy="5669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46703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Manage follow-ups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255263"/>
            <a:ext cx="603504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346703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AI Follow-Up Scheduling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22191"/>
            <a:ext cx="493776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22191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913631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822191"/>
            <a:ext cx="603504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3913631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Deadline Extraction, Summarization, Spam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89120"/>
            <a:ext cx="49377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8912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480559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4389120"/>
            <a:ext cx="603504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480559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In-Memory Vector Store + Cosine Similarity Replies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56048"/>
            <a:ext cx="493776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956048"/>
            <a:ext cx="73152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0474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4956048"/>
            <a:ext cx="603504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504748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React 19 + Next.js 16 + Custom Hooks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522976"/>
            <a:ext cx="49377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522976"/>
            <a:ext cx="73152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61441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5522976"/>
            <a:ext cx="603504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5614416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16+ Serverless API Routes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089904"/>
            <a:ext cx="493776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6089904"/>
            <a:ext cx="73152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18134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Testing with LLMs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6089904"/>
            <a:ext cx="6035040" cy="5669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6181344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LLM-as-Test-Oracle (5 Test Suites)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Clean, serverless, AI-first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🖥  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Next.js 16  •  React 19  •  TypeScript 5  •  Tailwind CSS  •  Custom 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231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106984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🔗  API Layer  —  16+ Serverless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3832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1691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6916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AI Engine</a:t>
            </a:r>
            <a:br/>
            <a:r>
              <a:t>10 endpoints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39" y="3749039"/>
            <a:ext cx="1691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39" y="3749039"/>
            <a:ext cx="1691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79" y="3886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Gmail API</a:t>
            </a:r>
            <a:br/>
            <a:r>
              <a:t>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749039"/>
            <a:ext cx="1691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749039"/>
            <a:ext cx="1691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3886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RAG</a:t>
            </a:r>
            <a:br/>
            <a:r>
              <a:t>Vector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3749039"/>
            <a:ext cx="1691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3749039"/>
            <a:ext cx="1691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19" y="3886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Calendar</a:t>
            </a:r>
            <a:br/>
            <a:r>
              <a:t>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749039"/>
            <a:ext cx="1691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749039"/>
            <a:ext cx="16916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86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Team</a:t>
            </a:r>
            <a:br/>
            <a:r>
              <a:t>Collab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3749039"/>
            <a:ext cx="16916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3749039"/>
            <a:ext cx="1691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3886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Search &amp;</a:t>
            </a:r>
            <a:br/>
            <a:r>
              <a:t>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9377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212080"/>
            <a:ext cx="10698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☁  External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Groq Llama 3.3 70B Versatile  •  Gmail API  •  NextAuth OAuth 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Core AI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Intelligent email processing powered by Groq Llama 3.3 70B.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🎯  Priority Scoring (1-100)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017520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AI analyses urgency, sender importance, and action requirements. Returns a numeric score with reasoning — no more guessing which emails matter most.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34747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9202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📂  Smart 4-Category Inbox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560320"/>
            <a:ext cx="3017520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Do Now  |  Needs Decision  |  Waiting  |  Low Energy</a:t>
            </a:r>
            <a:br/>
            <a:br/>
            <a:r>
              <a:t>Emails are auto-sorted by the AI into actionable buckets so you always know what to tackle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645920"/>
            <a:ext cx="34747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9202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🛡  Spam &amp; Phishing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560320"/>
            <a:ext cx="3017520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Context-aware detection with confidence scoring. Catches subtle attacks like paypa1.com vs paypal.com — beyond what rule-based filters can 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NLP &amp; RAG-Powered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Deep language understanding meets retrieval-augmented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03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💬  NLP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7744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Deadline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5176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"by end of week" → Fri 2025-01-31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4612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Email Summarization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20439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Long threads → concise bullet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Sentiment &amp;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8912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Detects urgency, frustration, 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8348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8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"Why This Matters"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578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explains why each email needs attention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554480"/>
            <a:ext cx="53035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3035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🔍  RAG Implementation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37744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37744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In-Memory Vector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5176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128-dim TF-IDF embeddings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15468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315468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Cosine Similarity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42900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Finds relevant past emails instantly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93192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93192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Sender-Aware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20624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Prioritises context from same sender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709159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709159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500 Email Capacity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983479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Stores up to 500 email embeddings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5486399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5486399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Context-Enriched Replies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760719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RAG-powered smart reply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Agentic AI: One-Click Email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The AI handles everything — autonomously, step by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7373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7373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Summarises</a:t>
            </a:r>
            <a:br/>
            <a:r>
              <a:t>the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828800"/>
            <a:ext cx="17373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1828800"/>
            <a:ext cx="1737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Categorize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4612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Determines</a:t>
            </a:r>
            <a:br/>
            <a:r>
              <a:t>priority &amp;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828800"/>
            <a:ext cx="17373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17373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Draft Reply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24612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Generates context-</a:t>
            </a:r>
            <a:br/>
            <a:r>
              <a:t>aware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17373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17373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Extract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4612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Identifies</a:t>
            </a:r>
            <a:br/>
            <a:r>
              <a:t>calendar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828800"/>
            <a:ext cx="17373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828800"/>
            <a:ext cx="17373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Generate 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4612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Creates</a:t>
            </a:r>
            <a:br/>
            <a:r>
              <a:t>actionable to-do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1828800"/>
            <a:ext cx="173736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0" y="1828800"/>
            <a:ext cx="17373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2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743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Follow-Up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3246120"/>
            <a:ext cx="1554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Recommends</a:t>
            </a:r>
            <a:br/>
            <a:r>
              <a:t>next steps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7784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Calibri"/>
              </a:defRPr>
            </a:pPr>
            <a:r>
              <a:t>All autonomous.  One click.  Step-by-step progress modal.  No manual intervention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Productivity &amp; Collaboration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Beyond email — a complete workflow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2120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🎯  Focus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Distraction-free urgent task view with time-of-day greeting, progress tracking, and smart task prioritisation.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52120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64592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📊  Weekly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774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Email volume tracking, stress scoring (0-100), burnout risk detection (Low → Critical), late-night email flags.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2120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2120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📅  Calendar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AI extracts events from emails. Color-coded: Deadline (red), Meeting (blue), Appointment (purple), Reminder (green).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840480"/>
            <a:ext cx="52120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84048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023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👥  Team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720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Email assignment, workload dashboard, status tracking, internal notes, AI workload suggestions.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Innovation: LLM-as-Test-Oracle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How do you test if AI output is reasonable?  You ask another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123444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  <a:br/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830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645920"/>
            <a:ext cx="123444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6916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MailMind AI</a:t>
            </a:r>
            <a:br/>
            <a:r>
              <a:t>(Groq)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645920"/>
            <a:ext cx="123444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6916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7830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645920"/>
            <a:ext cx="123444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6916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LLM Oracle</a:t>
            </a:r>
            <a:br/>
            <a:r>
              <a:t>(Groq)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7830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645920"/>
            <a:ext cx="123444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691640"/>
            <a:ext cx="11430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  <a:br/>
            <a:r>
              <a:t>✓ / 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743200"/>
            <a:ext cx="3840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8346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{ isValid, confidence, reasoning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657600"/>
            <a:ext cx="105156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7307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ai-priority.test.ts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Validates priority scores (1-100)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5196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251960"/>
            <a:ext cx="105156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3251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ai-categorization.test.ts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3251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Validates category assignments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7315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4846320"/>
            <a:ext cx="105156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194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ai-spam-detection.test.ts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9194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Validates spam / phishing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44068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8680" y="5440680"/>
            <a:ext cx="105156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51383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ai-deadline-extraction.test.ts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51383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Validates deadline parsing 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035040"/>
            <a:ext cx="7315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8680" y="6035040"/>
            <a:ext cx="105156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610819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ai-reply-quality.test.ts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610819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Validates reply professionalism &amp; tone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  <a:latin typeface="Calibri"/>
              </a:defRPr>
            </a:pPr>
            <a:r>
              <a:t>Powered by Vitest  +  Groq Llama 3.3 70B Versatile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Real-World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Built for production 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B82F6"/>
                </a:solidFill>
                <a:latin typeface="Calibri"/>
              </a:defRPr>
            </a:pPr>
            <a:r>
              <a:t>&lt;2s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Response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Groq's ultra-fast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6B6D4"/>
                </a:solidFill>
                <a:latin typeface="Calibri"/>
              </a:defRPr>
            </a:pPr>
            <a:r>
              <a:t>16+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Serverless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17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Modular API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6517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8308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B5CF6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06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Emails in RAG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In-memory vector 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55448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55448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78308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06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Parallel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017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Concurrent 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Serverless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2628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Auto-scales with demand — zero ops overhead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731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074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In-Memory Caching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07492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Reduces redundant API calls for instant responses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77840"/>
            <a:ext cx="73152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62355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Modular API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623559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Each feature is an independent, testable endpoint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126479"/>
            <a:ext cx="7315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617219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Real Gmail OAuth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6172199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Production-ready NextAuth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Team Cipher  |  AlgoQuest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91440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Calibri"/>
              </a:defRPr>
            </a:pPr>
            <a:r>
              <a:t>Let us show you MailMind in action…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926080"/>
            <a:ext cx="39319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 Cipher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Calibri"/>
              </a:defRPr>
            </a:pPr>
            <a:r>
              <a:t>GitHub:  github.com/Avila-Princy-M01/mailmindd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Next.js 16  •  React 19  •  Groq Llama 3.3 70B  •  Vitest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029200"/>
            <a:ext cx="3931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5029200"/>
            <a:ext cx="39319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52120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